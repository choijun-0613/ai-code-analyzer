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2" r:id="rId4"/>
    <p:sldId id="263" r:id="rId5"/>
    <p:sldId id="261" r:id="rId6"/>
    <p:sldId id="260" r:id="rId7"/>
    <p:sldId id="258" r:id="rId8"/>
    <p:sldId id="259" r:id="rId9"/>
    <p:sldId id="257" r:id="rId10"/>
    <p:sldId id="25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410C"/>
    <a:srgbClr val="F8BB90"/>
    <a:srgbClr val="FFF7ED"/>
    <a:srgbClr val="3F5EBD"/>
    <a:srgbClr val="ADB3BF"/>
    <a:srgbClr val="6B8DE7"/>
    <a:srgbClr val="EBF2FE"/>
    <a:srgbClr val="EFF6FF"/>
    <a:srgbClr val="DBE6F3"/>
    <a:srgbClr val="E8ED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138" y="4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E9AE80-0F3C-41A2-EE1F-630A8ADDA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87A784B-5479-2965-0759-5280D7219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B9D3AE-1424-A3FE-6DB8-EA28AD8F3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E35-24FC-4F5D-B988-DB2183B7777D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C822A9-9E4C-7D3F-C855-71ACF8AF6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1299D0-540F-ED38-AC81-D8F86CDC5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96B-8273-466E-8AD0-73ECB4A5D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030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717883-C8B8-C8F2-6BAC-4320EEE47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13D4CF-DB64-45B5-FC16-98D975A70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6E24DE-2CC2-8172-9B75-7487F5FD0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E35-24FC-4F5D-B988-DB2183B7777D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AB694E-D0AF-73CE-A75C-E2BF0FFF0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AFF30-3EE4-3241-E11A-AB8968654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96B-8273-466E-8AD0-73ECB4A5D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400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83945A-358A-540B-EE56-BE227FC7E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35B86D-F97D-A31B-19FC-D19E56240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5B39DD-F8DB-6427-AC60-B57733306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E35-24FC-4F5D-B988-DB2183B7777D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964E5-0A50-9D18-217A-32EEFB2CC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4E22DF-A6F0-251B-5019-820AA3584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96B-8273-466E-8AD0-73ECB4A5D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102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1063FE-DBC9-581D-60CE-29AAC4923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475ED7-A218-914C-ADFA-33F84B5731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C339F8-B58E-8A33-30AB-DF2C7B6B8D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07D3DC-8518-FE59-F5DA-43DD791FF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E35-24FC-4F5D-B988-DB2183B7777D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84CC3C-6ED5-1B6A-26C9-8141C2C39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AC5C83-2282-9387-94F6-3C3956B6B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96B-8273-466E-8AD0-73ECB4A5D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910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881CFB-9953-C718-D37D-AD80888B1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84DD1AD-70B3-89EA-AB4A-AFD34B015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4AC22C-B59A-7212-C947-5199CF20E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EA039D-A0B0-6C13-E795-007F81D427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88230B1-03BB-4DDF-7EF4-609EB605F4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5752907-7F0B-0FC0-5DAD-A93667A5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E35-24FC-4F5D-B988-DB2183B7777D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6C8D650-5C1F-F335-CE60-5333DE897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05E122-52DB-9376-5861-48942030A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96B-8273-466E-8AD0-73ECB4A5D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789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CFC2CD-B5C2-282D-B584-0EE08A21C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40ED147-A3A9-CC0E-B114-1BD21EBB0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E35-24FC-4F5D-B988-DB2183B7777D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200B7F7-B5E5-A563-A921-19CBD461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1D94DA2-D5E1-045A-1576-874F0C464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96B-8273-466E-8AD0-73ECB4A5D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245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A6FE74-C563-1B12-3544-103A450E4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E35-24FC-4F5D-B988-DB2183B7777D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E272FA8-5933-3B7B-A0E8-86335C522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AA8568-D0B9-6087-AD92-801B43FE5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96B-8273-466E-8AD0-73ECB4A5D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5976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B19395-FDEE-DE3B-4C0F-48D91048D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FEFF83-02F8-D4CC-6DDC-B5543FCC5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83C9FD-098C-8C85-8C54-BF0D799333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4E03B1-094A-A935-C447-DE2988963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E35-24FC-4F5D-B988-DB2183B7777D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CA9F4D-C9F9-908B-3773-3281298A4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8F8F89-17B7-F193-CC04-2FA37F1EB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96B-8273-466E-8AD0-73ECB4A5D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680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1824AB-AA12-0854-920A-4B3F35301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D716E4A-67B9-4BB8-06D0-E79E1828F4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0A4D9F-8CA1-7988-6D15-19A9FF06F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146EF6-3BFB-B07E-7E6D-26CF0AD1C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E35-24FC-4F5D-B988-DB2183B7777D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098400-A08B-318B-58DC-BB7E79E9C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DD2BBA-61FA-F0FF-BE79-C55D0C7D9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96B-8273-466E-8AD0-73ECB4A5D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5473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682334-1626-2AA5-3C08-0DCA802AC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4D4BB5-3807-0EF3-C8D7-F3E1447A7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3DE76A-735A-23D4-B95A-EDE393183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E35-24FC-4F5D-B988-DB2183B7777D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B2E3F9-81B5-8F79-B8B4-6FD143AB2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5A171F-C50C-7047-48FD-9F4A1EBCD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96B-8273-466E-8AD0-73ECB4A5D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825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B32CDC-7678-1458-34FC-C431842A9C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3CADFAD-BD94-3809-67D2-311B23DA1C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AC1061-1265-64E4-4B0A-9B99DF206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8E35-24FC-4F5D-B988-DB2183B7777D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624B50-9D5A-6FBF-E22B-390F9BC45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0B5F8B-B4CA-7B97-B697-B74A50C2F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96B-8273-466E-8AD0-73ECB4A5D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1489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2926A4-879D-7ECE-2BCD-4D73B0D68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818179-8C6A-4937-805D-F8054E1D3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F63DBB-26C7-6B6E-21F6-9F73BDCF48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3B8E35-24FC-4F5D-B988-DB2183B7777D}" type="datetimeFigureOut">
              <a:rPr lang="ko-KR" altLang="en-US" smtClean="0"/>
              <a:t>2026-01-31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3F11F6-EA7B-1D4E-0545-237E26D21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27E8D6-E5CD-A5E4-1245-5ADCA6197E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3E096B-8273-466E-8AD0-73ECB4A5DA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610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91F5440-B7DF-6E49-B80E-D8BAFE597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87" y="547687"/>
            <a:ext cx="8658225" cy="576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687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5E0C824-2CC9-D5AB-42A9-792CF8559D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11"/>
          <a:stretch/>
        </p:blipFill>
        <p:spPr>
          <a:xfrm>
            <a:off x="1195387" y="942975"/>
            <a:ext cx="2100263" cy="12573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6B35698-F2DC-9915-9844-05B26DAB9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074" y="2466975"/>
            <a:ext cx="2609850" cy="36195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2A8893B-FE6E-1F17-8ACF-0A36AE61D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0606" y="2577312"/>
            <a:ext cx="2490787" cy="85168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C496E62-2D64-3036-E117-1153A3EE24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5390" y="1638300"/>
            <a:ext cx="1937687" cy="3143250"/>
          </a:xfrm>
          <a:prstGeom prst="rect">
            <a:avLst/>
          </a:prstGeom>
        </p:spPr>
      </p:pic>
      <p:cxnSp>
        <p:nvCxnSpPr>
          <p:cNvPr id="12" name="연결선: 구부러짐 11">
            <a:extLst>
              <a:ext uri="{FF2B5EF4-FFF2-40B4-BE49-F238E27FC236}">
                <a16:creationId xmlns:a16="http://schemas.microsoft.com/office/drawing/2014/main" id="{660EC86C-18F3-EA92-45DD-A907088CF335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3295650" y="1571625"/>
            <a:ext cx="1554956" cy="1431531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E2CD7B92-4D8B-FCED-9135-038E837D78FF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3590924" y="3003156"/>
            <a:ext cx="1259682" cy="1273569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2356D127-B41E-F8C7-41BD-44B4AD6EB410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7341393" y="3003156"/>
            <a:ext cx="1473997" cy="206769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D8AE5CD-BFD8-F2A3-0275-524E591399CD}"/>
              </a:ext>
            </a:extLst>
          </p:cNvPr>
          <p:cNvSpPr/>
          <p:nvPr/>
        </p:nvSpPr>
        <p:spPr>
          <a:xfrm>
            <a:off x="7974106" y="3048015"/>
            <a:ext cx="208569" cy="1619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result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506674A3-65B1-DF8E-C3C5-12FC5A6878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872" y="1139232"/>
            <a:ext cx="9772735" cy="513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806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8EBF685-1A72-DECD-A4BF-36C16A323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452437"/>
            <a:ext cx="8610600" cy="595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009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B1E2F8-843B-F666-201F-255551E408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46"/>
          <a:stretch/>
        </p:blipFill>
        <p:spPr>
          <a:xfrm>
            <a:off x="252413" y="885825"/>
            <a:ext cx="1500188" cy="11811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67EC3A9-5060-100F-CBEE-BF200802F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13" y="2066925"/>
            <a:ext cx="1847850" cy="2728892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8368EDA-F874-E0D0-36D1-2FD384FCA6A5}"/>
              </a:ext>
            </a:extLst>
          </p:cNvPr>
          <p:cNvSpPr/>
          <p:nvPr/>
        </p:nvSpPr>
        <p:spPr>
          <a:xfrm>
            <a:off x="2581273" y="2135979"/>
            <a:ext cx="1990726" cy="1100137"/>
          </a:xfrm>
          <a:prstGeom prst="roundRect">
            <a:avLst>
              <a:gd name="adj" fmla="val 20213"/>
            </a:avLst>
          </a:prstGeom>
          <a:solidFill>
            <a:srgbClr val="FFF7ED"/>
          </a:solidFill>
          <a:ln>
            <a:solidFill>
              <a:srgbClr val="F8BB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rgbClr val="C2410C"/>
                </a:solidFill>
              </a:rPr>
              <a:t>WHERE</a:t>
            </a:r>
            <a:br>
              <a:rPr lang="en-US" altLang="ko-KR" sz="800" dirty="0">
                <a:solidFill>
                  <a:srgbClr val="C2410C"/>
                </a:solidFill>
              </a:rPr>
            </a:br>
            <a:r>
              <a:rPr lang="en-US" altLang="ko-KR" sz="800" dirty="0">
                <a:solidFill>
                  <a:srgbClr val="C2410C"/>
                </a:solidFill>
              </a:rPr>
              <a:t>MET_MNG_NO = #{metMngNo}  </a:t>
            </a:r>
          </a:p>
          <a:p>
            <a:r>
              <a:rPr lang="en-US" altLang="ko-KR" sz="800" dirty="0">
                <a:solidFill>
                  <a:srgbClr val="C2410C"/>
                </a:solidFill>
              </a:rPr>
              <a:t>AND (MET_CRTF_MBH_SRNO = #{metCrtfMbhSrno}  OR ITCSNO = #{itcsno} OR ESNS_MBH_NO = #{esnsMbhNo})</a:t>
            </a:r>
            <a:endParaRPr lang="ko-KR" altLang="en-US" sz="800" dirty="0">
              <a:solidFill>
                <a:srgbClr val="C2410C"/>
              </a:solidFill>
            </a:endParaRPr>
          </a:p>
        </p:txBody>
      </p:sp>
      <p:cxnSp>
        <p:nvCxnSpPr>
          <p:cNvPr id="11" name="연결선: 구부러짐 10">
            <a:extLst>
              <a:ext uri="{FF2B5EF4-FFF2-40B4-BE49-F238E27FC236}">
                <a16:creationId xmlns:a16="http://schemas.microsoft.com/office/drawing/2014/main" id="{E77BCC9A-C707-64F1-D660-9047CCFAB39C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1752601" y="1476375"/>
            <a:ext cx="828672" cy="1209673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연결선: 구부러짐 13">
            <a:extLst>
              <a:ext uri="{FF2B5EF4-FFF2-40B4-BE49-F238E27FC236}">
                <a16:creationId xmlns:a16="http://schemas.microsoft.com/office/drawing/2014/main" id="{E25433ED-76E3-ADBF-B95B-72342B651053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2100263" y="2686048"/>
            <a:ext cx="481010" cy="745323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445A23C-A847-FEBC-40F9-1FA49261CB11}"/>
              </a:ext>
            </a:extLst>
          </p:cNvPr>
          <p:cNvSpPr/>
          <p:nvPr/>
        </p:nvSpPr>
        <p:spPr>
          <a:xfrm>
            <a:off x="4833936" y="2498723"/>
            <a:ext cx="1438275" cy="471488"/>
          </a:xfrm>
          <a:prstGeom prst="roundRect">
            <a:avLst>
              <a:gd name="adj" fmla="val 42435"/>
            </a:avLst>
          </a:prstGeom>
          <a:solidFill>
            <a:srgbClr val="FFF7ED"/>
          </a:solidFill>
          <a:ln>
            <a:solidFill>
              <a:srgbClr val="F8BB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rgbClr val="C2410C"/>
                </a:solidFill>
              </a:rPr>
              <a:t>ORDER BY </a:t>
            </a:r>
          </a:p>
          <a:p>
            <a:r>
              <a:rPr lang="en-US" altLang="ko-KR" sz="700" dirty="0">
                <a:solidFill>
                  <a:srgbClr val="C2410C"/>
                </a:solidFill>
              </a:rPr>
              <a:t>MET_CRTF_MBH_SRNO DESC</a:t>
            </a:r>
            <a:endParaRPr lang="ko-KR" altLang="en-US" sz="700" dirty="0">
              <a:solidFill>
                <a:srgbClr val="C2410C"/>
              </a:solidFill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D46F44ED-2D3F-6614-9226-B9BBF6BCC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274" y="1587895"/>
            <a:ext cx="1349589" cy="2244724"/>
          </a:xfrm>
          <a:prstGeom prst="rect">
            <a:avLst/>
          </a:prstGeom>
        </p:spPr>
      </p:pic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2EA9335A-325A-BE57-A747-1ACCFF25E6A6}"/>
              </a:ext>
            </a:extLst>
          </p:cNvPr>
          <p:cNvCxnSpPr>
            <a:cxnSpLocks/>
            <a:stCxn id="8" idx="3"/>
            <a:endCxn id="22" idx="1"/>
          </p:cNvCxnSpPr>
          <p:nvPr/>
        </p:nvCxnSpPr>
        <p:spPr>
          <a:xfrm>
            <a:off x="4571999" y="2686048"/>
            <a:ext cx="261937" cy="48419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구부러짐 34">
            <a:extLst>
              <a:ext uri="{FF2B5EF4-FFF2-40B4-BE49-F238E27FC236}">
                <a16:creationId xmlns:a16="http://schemas.microsoft.com/office/drawing/2014/main" id="{8B938832-30D0-2191-7AFB-DBC6B8214745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 flipV="1">
            <a:off x="6272211" y="2710257"/>
            <a:ext cx="500063" cy="24210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CA12DDEE-1FC1-CC3C-1299-9A21CD9AB620}"/>
              </a:ext>
            </a:extLst>
          </p:cNvPr>
          <p:cNvSpPr/>
          <p:nvPr/>
        </p:nvSpPr>
        <p:spPr>
          <a:xfrm>
            <a:off x="8472486" y="2556071"/>
            <a:ext cx="1438275" cy="259954"/>
          </a:xfrm>
          <a:prstGeom prst="roundRect">
            <a:avLst>
              <a:gd name="adj" fmla="val 42435"/>
            </a:avLst>
          </a:prstGeom>
          <a:solidFill>
            <a:srgbClr val="FFF7ED"/>
          </a:solidFill>
          <a:ln>
            <a:solidFill>
              <a:srgbClr val="F8BB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rgbClr val="C2410C"/>
                </a:solidFill>
              </a:rPr>
              <a:t>LIMIT ROWNUM &lt;= 1</a:t>
            </a:r>
            <a:endParaRPr lang="ko-KR" altLang="en-US" sz="700" dirty="0">
              <a:solidFill>
                <a:srgbClr val="C2410C"/>
              </a:solidFill>
            </a:endParaRP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222EF0B8-AA37-FCCC-DA0F-00F4EA058C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1369416"/>
            <a:ext cx="1638167" cy="2657471"/>
          </a:xfrm>
          <a:prstGeom prst="rect">
            <a:avLst/>
          </a:prstGeom>
        </p:spPr>
      </p:pic>
      <p:cxnSp>
        <p:nvCxnSpPr>
          <p:cNvPr id="48" name="연결선: 구부러짐 47">
            <a:extLst>
              <a:ext uri="{FF2B5EF4-FFF2-40B4-BE49-F238E27FC236}">
                <a16:creationId xmlns:a16="http://schemas.microsoft.com/office/drawing/2014/main" id="{7D933A41-CD2B-2553-322B-2D77EEAFFB00}"/>
              </a:ext>
            </a:extLst>
          </p:cNvPr>
          <p:cNvCxnSpPr>
            <a:cxnSpLocks/>
            <a:stCxn id="26" idx="3"/>
            <a:endCxn id="44" idx="1"/>
          </p:cNvCxnSpPr>
          <p:nvPr/>
        </p:nvCxnSpPr>
        <p:spPr>
          <a:xfrm flipV="1">
            <a:off x="8121863" y="2686048"/>
            <a:ext cx="350623" cy="24209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구부러짐 50">
            <a:extLst>
              <a:ext uri="{FF2B5EF4-FFF2-40B4-BE49-F238E27FC236}">
                <a16:creationId xmlns:a16="http://schemas.microsoft.com/office/drawing/2014/main" id="{2C6E8807-BA0D-6F7B-B678-01199CA8DEF8}"/>
              </a:ext>
            </a:extLst>
          </p:cNvPr>
          <p:cNvCxnSpPr>
            <a:cxnSpLocks/>
            <a:stCxn id="44" idx="3"/>
            <a:endCxn id="46" idx="1"/>
          </p:cNvCxnSpPr>
          <p:nvPr/>
        </p:nvCxnSpPr>
        <p:spPr>
          <a:xfrm>
            <a:off x="9910761" y="2686048"/>
            <a:ext cx="604839" cy="12104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B159D1B-6D1C-70A9-F0E5-854722DEB612}"/>
              </a:ext>
            </a:extLst>
          </p:cNvPr>
          <p:cNvSpPr/>
          <p:nvPr/>
        </p:nvSpPr>
        <p:spPr>
          <a:xfrm>
            <a:off x="10034590" y="2605089"/>
            <a:ext cx="208569" cy="1619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1478040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62C4707-8BDF-EF96-2FD6-7E83AE07E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66" y="0"/>
            <a:ext cx="9922933" cy="336616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03405C2-455F-CFF9-5EEB-16F41C7E7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962" y="3429000"/>
            <a:ext cx="1478453" cy="83510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0766E31-77D2-924C-DC8A-76E636F54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962" y="4326944"/>
            <a:ext cx="1601749" cy="225676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0B3E9C2-BE56-8E24-EB14-1C258B6B81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8466" y="4671483"/>
            <a:ext cx="1295401" cy="45878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3A191BE-178B-FBD4-9B8C-14E42F80CC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834519"/>
            <a:ext cx="1478453" cy="2312600"/>
          </a:xfrm>
          <a:prstGeom prst="rect">
            <a:avLst/>
          </a:prstGeom>
        </p:spPr>
      </p:pic>
      <p:cxnSp>
        <p:nvCxnSpPr>
          <p:cNvPr id="14" name="연결선: 구부러짐 13">
            <a:extLst>
              <a:ext uri="{FF2B5EF4-FFF2-40B4-BE49-F238E27FC236}">
                <a16:creationId xmlns:a16="http://schemas.microsoft.com/office/drawing/2014/main" id="{F1EAEA72-BC31-AA9D-2E57-3767D7E3F44D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2448415" y="3846555"/>
            <a:ext cx="1370051" cy="1054322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EA78FAEC-F396-8A03-DE3B-76DF40C20115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2571711" y="4900877"/>
            <a:ext cx="1246755" cy="554447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11067507-D398-DFD4-0862-3F4774677684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>
            <a:off x="5113867" y="4900877"/>
            <a:ext cx="982133" cy="89942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E937CC9-99E4-D6BA-93EC-74FDE530F157}"/>
              </a:ext>
            </a:extLst>
          </p:cNvPr>
          <p:cNvSpPr/>
          <p:nvPr/>
        </p:nvSpPr>
        <p:spPr>
          <a:xfrm>
            <a:off x="5424939" y="4909861"/>
            <a:ext cx="208569" cy="1619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result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983A0FA-A497-245B-79ED-76D66B8E45E3}"/>
              </a:ext>
            </a:extLst>
          </p:cNvPr>
          <p:cNvSpPr/>
          <p:nvPr/>
        </p:nvSpPr>
        <p:spPr>
          <a:xfrm>
            <a:off x="5415414" y="4783933"/>
            <a:ext cx="208569" cy="1619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filter</a:t>
            </a:r>
          </a:p>
        </p:txBody>
      </p:sp>
    </p:spTree>
    <p:extLst>
      <p:ext uri="{BB962C8B-B14F-4D97-AF65-F5344CB8AC3E}">
        <p14:creationId xmlns:p14="http://schemas.microsoft.com/office/powerpoint/2010/main" val="2329798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CD5E02D-74D6-6BA7-5EA1-4FACCFABA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7" y="118487"/>
            <a:ext cx="12192000" cy="287875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F5DE348-1CA9-B2DE-CAEF-75DCCA1A7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70" y="3136856"/>
            <a:ext cx="1914525" cy="7239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4730EB1-E95E-69EC-3593-D9A138E4A6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327"/>
          <a:stretch/>
        </p:blipFill>
        <p:spPr>
          <a:xfrm>
            <a:off x="3705226" y="4353409"/>
            <a:ext cx="1721908" cy="54292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695FEA6-1639-4D47-E7B1-F2D98C7071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878"/>
          <a:stretch/>
        </p:blipFill>
        <p:spPr>
          <a:xfrm>
            <a:off x="261937" y="4000367"/>
            <a:ext cx="2303463" cy="2286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BA327B9-A6B1-147D-069F-0721BDBF8D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70" y="3860756"/>
            <a:ext cx="1838325" cy="227647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1EBA52C-8541-C3C1-34D9-917B31D37D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9508" y="3860756"/>
            <a:ext cx="2057400" cy="2171700"/>
          </a:xfrm>
          <a:prstGeom prst="rect">
            <a:avLst/>
          </a:prstGeom>
        </p:spPr>
      </p:pic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5BF4793F-C201-4F11-3BBB-BB498D85CCF8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2244195" y="3498806"/>
            <a:ext cx="1461031" cy="1126066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CDA062FB-4882-085F-195F-C0D5804CA6CF}"/>
              </a:ext>
            </a:extLst>
          </p:cNvPr>
          <p:cNvCxnSpPr>
            <a:cxnSpLocks/>
            <a:stCxn id="12" idx="3"/>
            <a:endCxn id="10" idx="1"/>
          </p:cNvCxnSpPr>
          <p:nvPr/>
        </p:nvCxnSpPr>
        <p:spPr>
          <a:xfrm flipV="1">
            <a:off x="2565400" y="4624872"/>
            <a:ext cx="1139826" cy="518495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F185BC5E-EDEF-266E-3D31-CD20F9C74086}"/>
              </a:ext>
            </a:extLst>
          </p:cNvPr>
          <p:cNvCxnSpPr>
            <a:cxnSpLocks/>
            <a:stCxn id="10" idx="3"/>
            <a:endCxn id="14" idx="1"/>
          </p:cNvCxnSpPr>
          <p:nvPr/>
        </p:nvCxnSpPr>
        <p:spPr>
          <a:xfrm>
            <a:off x="5427134" y="4624872"/>
            <a:ext cx="909636" cy="374122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44789694-F360-A35C-DE8A-88B111A8E219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 flipV="1">
            <a:off x="8175095" y="4946606"/>
            <a:ext cx="1014413" cy="52388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9058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F696F54-8A9E-C013-FC23-5181EF9CA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9168"/>
            <a:ext cx="12192000" cy="243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929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2B503E8-017F-D760-8E89-2D8A7BF7B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33" y="796580"/>
            <a:ext cx="7747000" cy="206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136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8E227B6-AB64-2BA5-659B-B0A3DF521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" y="76200"/>
            <a:ext cx="2219325" cy="3276600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493315F-1F00-C753-55F4-EEB1F7D0E255}"/>
              </a:ext>
            </a:extLst>
          </p:cNvPr>
          <p:cNvSpPr/>
          <p:nvPr/>
        </p:nvSpPr>
        <p:spPr>
          <a:xfrm>
            <a:off x="2733676" y="2419350"/>
            <a:ext cx="2082800" cy="2451100"/>
          </a:xfrm>
          <a:prstGeom prst="roundRect">
            <a:avLst>
              <a:gd name="adj" fmla="val 3791"/>
            </a:avLst>
          </a:prstGeom>
          <a:solidFill>
            <a:srgbClr val="DBEAFE"/>
          </a:solidFill>
          <a:ln w="12700">
            <a:solidFill>
              <a:srgbClr val="DBE6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033823C-D746-05FA-492E-A1B23347D41D}"/>
              </a:ext>
            </a:extLst>
          </p:cNvPr>
          <p:cNvSpPr/>
          <p:nvPr/>
        </p:nvSpPr>
        <p:spPr>
          <a:xfrm>
            <a:off x="666750" y="3854450"/>
            <a:ext cx="1719262" cy="254000"/>
          </a:xfrm>
          <a:prstGeom prst="rect">
            <a:avLst/>
          </a:prstGeom>
          <a:solidFill>
            <a:srgbClr val="EFF6FF"/>
          </a:solidFill>
          <a:ln>
            <a:solidFill>
              <a:srgbClr val="EB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solidFill>
                  <a:srgbClr val="6B8DE7"/>
                </a:solidFill>
              </a:rPr>
              <a:t>#{metLifecEstYn} </a:t>
            </a:r>
            <a:r>
              <a:rPr lang="en-US" altLang="ko-KR" sz="800" b="1" dirty="0">
                <a:solidFill>
                  <a:srgbClr val="ADB3BF"/>
                </a:solidFill>
              </a:rPr>
              <a:t>  </a:t>
            </a:r>
            <a:r>
              <a:rPr lang="en-US" altLang="ko-KR" sz="700" b="1" dirty="0">
                <a:solidFill>
                  <a:srgbClr val="ADB3BF"/>
                </a:solidFill>
              </a:rPr>
              <a:t>(</a:t>
            </a:r>
            <a:r>
              <a:rPr lang="ko-KR" altLang="en-US" sz="700" b="1" dirty="0">
                <a:solidFill>
                  <a:srgbClr val="ADB3BF"/>
                </a:solidFill>
              </a:rPr>
              <a:t>모임관리번호</a:t>
            </a:r>
            <a:r>
              <a:rPr lang="en-US" altLang="ko-KR" sz="700" b="1" dirty="0">
                <a:solidFill>
                  <a:srgbClr val="ADB3BF"/>
                </a:solidFill>
              </a:rPr>
              <a:t>)</a:t>
            </a:r>
            <a:endParaRPr lang="ko-KR" altLang="en-US" sz="800" b="1" dirty="0">
              <a:solidFill>
                <a:srgbClr val="6B8DE7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5C98C2A-9ABF-B172-9CB1-1802D3A7EF9D}"/>
              </a:ext>
            </a:extLst>
          </p:cNvPr>
          <p:cNvSpPr/>
          <p:nvPr/>
        </p:nvSpPr>
        <p:spPr>
          <a:xfrm>
            <a:off x="2759074" y="2856230"/>
            <a:ext cx="2044065" cy="254000"/>
          </a:xfrm>
          <a:prstGeom prst="rect">
            <a:avLst/>
          </a:prstGeom>
          <a:solidFill>
            <a:srgbClr val="EFF6FF"/>
          </a:solidFill>
          <a:ln>
            <a:solidFill>
              <a:srgbClr val="EB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solidFill>
                  <a:srgbClr val="6B8DE7"/>
                </a:solidFill>
              </a:rPr>
              <a:t>#{metLifecEstYn} </a:t>
            </a:r>
            <a:r>
              <a:rPr lang="en-US" altLang="ko-KR" sz="800" b="1" dirty="0">
                <a:solidFill>
                  <a:srgbClr val="ADB3BF"/>
                </a:solidFill>
              </a:rPr>
              <a:t>  </a:t>
            </a:r>
            <a:r>
              <a:rPr lang="en-US" altLang="ko-KR" sz="700" b="1" dirty="0">
                <a:solidFill>
                  <a:srgbClr val="ADB3BF"/>
                </a:solidFill>
              </a:rPr>
              <a:t>(</a:t>
            </a:r>
            <a:r>
              <a:rPr lang="ko-KR" altLang="en-US" sz="700" b="1" dirty="0" err="1">
                <a:solidFill>
                  <a:srgbClr val="ADB3BF"/>
                </a:solidFill>
              </a:rPr>
              <a:t>모임생활비설정여부</a:t>
            </a:r>
            <a:r>
              <a:rPr lang="en-US" altLang="ko-KR" sz="700" b="1" dirty="0">
                <a:solidFill>
                  <a:srgbClr val="ADB3BF"/>
                </a:solidFill>
              </a:rPr>
              <a:t>)</a:t>
            </a:r>
            <a:endParaRPr lang="ko-KR" altLang="en-US" sz="800" b="1" dirty="0">
              <a:solidFill>
                <a:srgbClr val="6B8DE7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86ECD0-DA85-F04D-2131-EBBB8191A134}"/>
              </a:ext>
            </a:extLst>
          </p:cNvPr>
          <p:cNvSpPr txBox="1"/>
          <p:nvPr/>
        </p:nvSpPr>
        <p:spPr>
          <a:xfrm>
            <a:off x="2733674" y="2522374"/>
            <a:ext cx="211264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rgbClr val="3F5EBD"/>
                </a:solidFill>
              </a:rPr>
              <a:t>Input</a:t>
            </a:r>
            <a:r>
              <a:rPr lang="ko-KR" altLang="en-US" sz="900" b="1" dirty="0">
                <a:solidFill>
                  <a:srgbClr val="3F5EBD"/>
                </a:solidFill>
              </a:rPr>
              <a:t> </a:t>
            </a:r>
            <a:r>
              <a:rPr lang="en-US" altLang="ko-KR" sz="900" b="1" dirty="0">
                <a:solidFill>
                  <a:srgbClr val="3F5EBD"/>
                </a:solidFill>
              </a:rPr>
              <a:t>Parameters</a:t>
            </a:r>
            <a:endParaRPr lang="ko-KR" altLang="en-US" sz="900" b="1" dirty="0">
              <a:solidFill>
                <a:srgbClr val="3F5EBD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29E4E60-A802-50BB-6DA6-4F662975973E}"/>
              </a:ext>
            </a:extLst>
          </p:cNvPr>
          <p:cNvSpPr/>
          <p:nvPr/>
        </p:nvSpPr>
        <p:spPr>
          <a:xfrm>
            <a:off x="2759074" y="3135261"/>
            <a:ext cx="2044064" cy="254000"/>
          </a:xfrm>
          <a:prstGeom prst="rect">
            <a:avLst/>
          </a:prstGeom>
          <a:solidFill>
            <a:srgbClr val="EFF6FF"/>
          </a:solidFill>
          <a:ln>
            <a:solidFill>
              <a:srgbClr val="EB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solidFill>
                  <a:srgbClr val="6B8DE7"/>
                </a:solidFill>
              </a:rPr>
              <a:t>#{metLifecAm} </a:t>
            </a:r>
            <a:r>
              <a:rPr lang="en-US" altLang="ko-KR" sz="800" b="1" dirty="0">
                <a:solidFill>
                  <a:srgbClr val="ADB3BF"/>
                </a:solidFill>
              </a:rPr>
              <a:t>  </a:t>
            </a:r>
            <a:r>
              <a:rPr lang="en-US" altLang="ko-KR" sz="700" b="1" dirty="0">
                <a:solidFill>
                  <a:srgbClr val="ADB3BF"/>
                </a:solidFill>
              </a:rPr>
              <a:t>(</a:t>
            </a:r>
            <a:r>
              <a:rPr lang="ko-KR" altLang="en-US" sz="700" b="1" dirty="0" err="1">
                <a:solidFill>
                  <a:srgbClr val="ADB3BF"/>
                </a:solidFill>
              </a:rPr>
              <a:t>모임생활비금액</a:t>
            </a:r>
            <a:r>
              <a:rPr lang="en-US" altLang="ko-KR" sz="700" b="1" dirty="0">
                <a:solidFill>
                  <a:srgbClr val="ADB3BF"/>
                </a:solidFill>
              </a:rPr>
              <a:t>)</a:t>
            </a:r>
            <a:endParaRPr lang="ko-KR" altLang="en-US" sz="800" b="1" dirty="0">
              <a:solidFill>
                <a:srgbClr val="6B8DE7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C1F8C3D-8E56-73A5-C4FE-26DD245A07D6}"/>
              </a:ext>
            </a:extLst>
          </p:cNvPr>
          <p:cNvSpPr/>
          <p:nvPr/>
        </p:nvSpPr>
        <p:spPr>
          <a:xfrm>
            <a:off x="2759074" y="3414292"/>
            <a:ext cx="2044064" cy="254000"/>
          </a:xfrm>
          <a:prstGeom prst="rect">
            <a:avLst/>
          </a:prstGeom>
          <a:solidFill>
            <a:srgbClr val="EFF6FF"/>
          </a:solidFill>
          <a:ln>
            <a:solidFill>
              <a:srgbClr val="EB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solidFill>
                  <a:srgbClr val="6B8DE7"/>
                </a:solidFill>
              </a:rPr>
              <a:t>#{metLifecEstDt} </a:t>
            </a:r>
            <a:r>
              <a:rPr lang="en-US" altLang="ko-KR" sz="800" b="1" dirty="0">
                <a:solidFill>
                  <a:srgbClr val="ADB3BF"/>
                </a:solidFill>
              </a:rPr>
              <a:t>  </a:t>
            </a:r>
            <a:r>
              <a:rPr lang="en-US" altLang="ko-KR" sz="700" b="1" dirty="0">
                <a:solidFill>
                  <a:srgbClr val="ADB3BF"/>
                </a:solidFill>
              </a:rPr>
              <a:t>(</a:t>
            </a:r>
            <a:r>
              <a:rPr lang="ko-KR" altLang="en-US" sz="700" b="1" dirty="0" err="1">
                <a:solidFill>
                  <a:srgbClr val="ADB3BF"/>
                </a:solidFill>
              </a:rPr>
              <a:t>모임생활비설정일자</a:t>
            </a:r>
            <a:r>
              <a:rPr lang="en-US" altLang="ko-KR" sz="700" b="1" dirty="0">
                <a:solidFill>
                  <a:srgbClr val="ADB3BF"/>
                </a:solidFill>
              </a:rPr>
              <a:t>)</a:t>
            </a:r>
            <a:endParaRPr lang="ko-KR" altLang="en-US" sz="800" b="1" dirty="0">
              <a:solidFill>
                <a:srgbClr val="6B8DE7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A907C57-5D4A-AEEA-8D84-04FA4C98FB46}"/>
              </a:ext>
            </a:extLst>
          </p:cNvPr>
          <p:cNvSpPr/>
          <p:nvPr/>
        </p:nvSpPr>
        <p:spPr>
          <a:xfrm>
            <a:off x="2759074" y="3972354"/>
            <a:ext cx="2044064" cy="254000"/>
          </a:xfrm>
          <a:prstGeom prst="rect">
            <a:avLst/>
          </a:prstGeom>
          <a:solidFill>
            <a:srgbClr val="EFF6FF"/>
          </a:solidFill>
          <a:ln>
            <a:solidFill>
              <a:srgbClr val="EB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solidFill>
                  <a:srgbClr val="6B8DE7"/>
                </a:solidFill>
              </a:rPr>
              <a:t>#{lstDbChgId} </a:t>
            </a:r>
            <a:r>
              <a:rPr lang="en-US" altLang="ko-KR" sz="800" b="1" dirty="0">
                <a:solidFill>
                  <a:srgbClr val="ADB3BF"/>
                </a:solidFill>
              </a:rPr>
              <a:t>  </a:t>
            </a:r>
            <a:r>
              <a:rPr lang="en-US" altLang="ko-KR" sz="700" b="1" dirty="0">
                <a:solidFill>
                  <a:srgbClr val="ADB3BF"/>
                </a:solidFill>
              </a:rPr>
              <a:t>(</a:t>
            </a:r>
            <a:r>
              <a:rPr lang="ko-KR" altLang="en-US" sz="700" b="1" dirty="0">
                <a:solidFill>
                  <a:srgbClr val="ADB3BF"/>
                </a:solidFill>
              </a:rPr>
              <a:t>최종</a:t>
            </a:r>
            <a:r>
              <a:rPr lang="en-US" altLang="ko-KR" sz="700" b="1" dirty="0">
                <a:solidFill>
                  <a:srgbClr val="ADB3BF"/>
                </a:solidFill>
              </a:rPr>
              <a:t>DB</a:t>
            </a:r>
            <a:r>
              <a:rPr lang="ko-KR" altLang="en-US" sz="700" b="1" dirty="0">
                <a:solidFill>
                  <a:srgbClr val="ADB3BF"/>
                </a:solidFill>
              </a:rPr>
              <a:t>변경</a:t>
            </a:r>
            <a:r>
              <a:rPr lang="en-US" altLang="ko-KR" sz="700" b="1" dirty="0">
                <a:solidFill>
                  <a:srgbClr val="ADB3BF"/>
                </a:solidFill>
              </a:rPr>
              <a:t>ID)</a:t>
            </a:r>
            <a:endParaRPr lang="ko-KR" altLang="en-US" sz="800" b="1" dirty="0">
              <a:solidFill>
                <a:srgbClr val="6B8DE7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CC19B76-C452-05FA-08D5-8B0E6D5279E7}"/>
              </a:ext>
            </a:extLst>
          </p:cNvPr>
          <p:cNvSpPr/>
          <p:nvPr/>
        </p:nvSpPr>
        <p:spPr>
          <a:xfrm>
            <a:off x="2759074" y="4251385"/>
            <a:ext cx="2044064" cy="254000"/>
          </a:xfrm>
          <a:prstGeom prst="rect">
            <a:avLst/>
          </a:prstGeom>
          <a:solidFill>
            <a:srgbClr val="EFF6FF"/>
          </a:solidFill>
          <a:ln>
            <a:solidFill>
              <a:srgbClr val="EB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solidFill>
                  <a:srgbClr val="6B8DE7"/>
                </a:solidFill>
              </a:rPr>
              <a:t>#{lstDbChgDtm} </a:t>
            </a:r>
            <a:r>
              <a:rPr lang="en-US" altLang="ko-KR" sz="800" b="1" dirty="0">
                <a:solidFill>
                  <a:srgbClr val="ADB3BF"/>
                </a:solidFill>
              </a:rPr>
              <a:t>  </a:t>
            </a:r>
            <a:r>
              <a:rPr lang="en-US" altLang="ko-KR" sz="700" b="1" dirty="0">
                <a:solidFill>
                  <a:srgbClr val="ADB3BF"/>
                </a:solidFill>
              </a:rPr>
              <a:t>(</a:t>
            </a:r>
            <a:r>
              <a:rPr lang="ko-KR" altLang="en-US" sz="700" b="1" dirty="0">
                <a:solidFill>
                  <a:srgbClr val="ADB3BF"/>
                </a:solidFill>
              </a:rPr>
              <a:t>최종</a:t>
            </a:r>
            <a:r>
              <a:rPr lang="en-US" altLang="ko-KR" sz="700" b="1" dirty="0">
                <a:solidFill>
                  <a:srgbClr val="ADB3BF"/>
                </a:solidFill>
              </a:rPr>
              <a:t>DB</a:t>
            </a:r>
            <a:r>
              <a:rPr lang="ko-KR" altLang="en-US" sz="700" b="1" dirty="0">
                <a:solidFill>
                  <a:srgbClr val="ADB3BF"/>
                </a:solidFill>
              </a:rPr>
              <a:t>변경일시</a:t>
            </a:r>
            <a:r>
              <a:rPr lang="en-US" altLang="ko-KR" sz="700" b="1" dirty="0">
                <a:solidFill>
                  <a:srgbClr val="ADB3BF"/>
                </a:solidFill>
              </a:rPr>
              <a:t>)</a:t>
            </a:r>
            <a:endParaRPr lang="ko-KR" altLang="en-US" sz="800" b="1" dirty="0">
              <a:solidFill>
                <a:srgbClr val="6B8DE7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AA87CD6-1DC1-0972-9EB7-E942EF411A5C}"/>
              </a:ext>
            </a:extLst>
          </p:cNvPr>
          <p:cNvSpPr/>
          <p:nvPr/>
        </p:nvSpPr>
        <p:spPr>
          <a:xfrm>
            <a:off x="2759074" y="3693323"/>
            <a:ext cx="2044064" cy="254000"/>
          </a:xfrm>
          <a:prstGeom prst="rect">
            <a:avLst/>
          </a:prstGeom>
          <a:solidFill>
            <a:srgbClr val="EFF6FF"/>
          </a:solidFill>
          <a:ln>
            <a:solidFill>
              <a:srgbClr val="EB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solidFill>
                  <a:srgbClr val="6B8DE7"/>
                </a:solidFill>
              </a:rPr>
              <a:t>#{metLifecBasDd} </a:t>
            </a:r>
            <a:r>
              <a:rPr lang="en-US" altLang="ko-KR" sz="800" b="1" dirty="0">
                <a:solidFill>
                  <a:srgbClr val="ADB3BF"/>
                </a:solidFill>
              </a:rPr>
              <a:t>  </a:t>
            </a:r>
            <a:r>
              <a:rPr lang="en-US" altLang="ko-KR" sz="700" b="1" dirty="0">
                <a:solidFill>
                  <a:srgbClr val="ADB3BF"/>
                </a:solidFill>
              </a:rPr>
              <a:t>(</a:t>
            </a:r>
            <a:r>
              <a:rPr lang="ko-KR" altLang="en-US" sz="700" b="1" dirty="0" err="1">
                <a:solidFill>
                  <a:srgbClr val="ADB3BF"/>
                </a:solidFill>
              </a:rPr>
              <a:t>모임생활비기준일</a:t>
            </a:r>
            <a:r>
              <a:rPr lang="en-US" altLang="ko-KR" sz="700" b="1" dirty="0">
                <a:solidFill>
                  <a:srgbClr val="ADB3BF"/>
                </a:solidFill>
              </a:rPr>
              <a:t>)</a:t>
            </a:r>
            <a:endParaRPr lang="ko-KR" altLang="en-US" sz="800" b="1" dirty="0">
              <a:solidFill>
                <a:srgbClr val="6B8DE7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D367144-FEBA-CABD-BC43-FF1D66CCD260}"/>
              </a:ext>
            </a:extLst>
          </p:cNvPr>
          <p:cNvSpPr/>
          <p:nvPr/>
        </p:nvSpPr>
        <p:spPr>
          <a:xfrm>
            <a:off x="2759074" y="4530416"/>
            <a:ext cx="2044064" cy="254000"/>
          </a:xfrm>
          <a:prstGeom prst="rect">
            <a:avLst/>
          </a:prstGeom>
          <a:solidFill>
            <a:srgbClr val="EFF6FF"/>
          </a:solidFill>
          <a:ln>
            <a:solidFill>
              <a:srgbClr val="EBF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>
                <a:solidFill>
                  <a:srgbClr val="6B8DE7"/>
                </a:solidFill>
              </a:rPr>
              <a:t>#{metMngNo} </a:t>
            </a:r>
            <a:r>
              <a:rPr lang="en-US" altLang="ko-KR" sz="800" b="1" dirty="0">
                <a:solidFill>
                  <a:srgbClr val="ADB3BF"/>
                </a:solidFill>
              </a:rPr>
              <a:t>  </a:t>
            </a:r>
            <a:r>
              <a:rPr lang="en-US" altLang="ko-KR" sz="700" b="1" dirty="0">
                <a:solidFill>
                  <a:srgbClr val="ADB3BF"/>
                </a:solidFill>
              </a:rPr>
              <a:t>(</a:t>
            </a:r>
            <a:r>
              <a:rPr lang="ko-KR" altLang="en-US" sz="700" b="1" dirty="0">
                <a:solidFill>
                  <a:srgbClr val="ADB3BF"/>
                </a:solidFill>
              </a:rPr>
              <a:t>모임관리번호</a:t>
            </a:r>
            <a:r>
              <a:rPr lang="en-US" altLang="ko-KR" sz="700" b="1" dirty="0">
                <a:solidFill>
                  <a:srgbClr val="ADB3BF"/>
                </a:solidFill>
              </a:rPr>
              <a:t>)</a:t>
            </a:r>
            <a:endParaRPr lang="ko-KR" altLang="en-US" sz="800" b="1" dirty="0">
              <a:solidFill>
                <a:srgbClr val="6B8DE7"/>
              </a:solidFill>
            </a:endParaRPr>
          </a:p>
        </p:txBody>
      </p: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38FC6CEF-5A18-B514-43ED-38FF82180A45}"/>
              </a:ext>
            </a:extLst>
          </p:cNvPr>
          <p:cNvCxnSpPr>
            <a:cxnSpLocks/>
            <a:stCxn id="10" idx="3"/>
            <a:endCxn id="21" idx="2"/>
          </p:cNvCxnSpPr>
          <p:nvPr/>
        </p:nvCxnSpPr>
        <p:spPr>
          <a:xfrm flipV="1">
            <a:off x="4803139" y="2110278"/>
            <a:ext cx="717196" cy="872952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타원 20">
            <a:extLst>
              <a:ext uri="{FF2B5EF4-FFF2-40B4-BE49-F238E27FC236}">
                <a16:creationId xmlns:a16="http://schemas.microsoft.com/office/drawing/2014/main" id="{14A619B4-05E5-59F3-9CA4-67917066D6C7}"/>
              </a:ext>
            </a:extLst>
          </p:cNvPr>
          <p:cNvSpPr/>
          <p:nvPr/>
        </p:nvSpPr>
        <p:spPr>
          <a:xfrm>
            <a:off x="5520335" y="2087418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연결선: 구부러짐 22">
            <a:extLst>
              <a:ext uri="{FF2B5EF4-FFF2-40B4-BE49-F238E27FC236}">
                <a16:creationId xmlns:a16="http://schemas.microsoft.com/office/drawing/2014/main" id="{1C4D4618-78E6-E476-794A-8BE795FE3BF8}"/>
              </a:ext>
            </a:extLst>
          </p:cNvPr>
          <p:cNvCxnSpPr>
            <a:cxnSpLocks/>
            <a:stCxn id="12" idx="3"/>
            <a:endCxn id="24" idx="2"/>
          </p:cNvCxnSpPr>
          <p:nvPr/>
        </p:nvCxnSpPr>
        <p:spPr>
          <a:xfrm flipV="1">
            <a:off x="4803138" y="2757429"/>
            <a:ext cx="717197" cy="504832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타원 23">
            <a:extLst>
              <a:ext uri="{FF2B5EF4-FFF2-40B4-BE49-F238E27FC236}">
                <a16:creationId xmlns:a16="http://schemas.microsoft.com/office/drawing/2014/main" id="{7A72E873-79A3-0921-87A3-CB4F3F081938}"/>
              </a:ext>
            </a:extLst>
          </p:cNvPr>
          <p:cNvSpPr/>
          <p:nvPr/>
        </p:nvSpPr>
        <p:spPr>
          <a:xfrm>
            <a:off x="5520335" y="2734569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연결선: 구부러짐 25">
            <a:extLst>
              <a:ext uri="{FF2B5EF4-FFF2-40B4-BE49-F238E27FC236}">
                <a16:creationId xmlns:a16="http://schemas.microsoft.com/office/drawing/2014/main" id="{5498A3E4-BD33-B74E-C035-68242E33AF8C}"/>
              </a:ext>
            </a:extLst>
          </p:cNvPr>
          <p:cNvCxnSpPr>
            <a:cxnSpLocks/>
            <a:stCxn id="13" idx="3"/>
            <a:endCxn id="27" idx="2"/>
          </p:cNvCxnSpPr>
          <p:nvPr/>
        </p:nvCxnSpPr>
        <p:spPr>
          <a:xfrm flipV="1">
            <a:off x="4803138" y="3396178"/>
            <a:ext cx="717197" cy="145114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388B1821-EA8B-3AFB-3D2D-17C5F2C09F7F}"/>
              </a:ext>
            </a:extLst>
          </p:cNvPr>
          <p:cNvSpPr/>
          <p:nvPr/>
        </p:nvSpPr>
        <p:spPr>
          <a:xfrm>
            <a:off x="5520335" y="3373318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68046CF5-44C3-DEAD-EC58-08FD450E9634}"/>
              </a:ext>
            </a:extLst>
          </p:cNvPr>
          <p:cNvCxnSpPr>
            <a:cxnSpLocks/>
            <a:stCxn id="16" idx="3"/>
            <a:endCxn id="30" idx="2"/>
          </p:cNvCxnSpPr>
          <p:nvPr/>
        </p:nvCxnSpPr>
        <p:spPr>
          <a:xfrm>
            <a:off x="4803138" y="3820323"/>
            <a:ext cx="717197" cy="218759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타원 29">
            <a:extLst>
              <a:ext uri="{FF2B5EF4-FFF2-40B4-BE49-F238E27FC236}">
                <a16:creationId xmlns:a16="http://schemas.microsoft.com/office/drawing/2014/main" id="{DCC0537F-877C-FB60-7A65-4217223F38F7}"/>
              </a:ext>
            </a:extLst>
          </p:cNvPr>
          <p:cNvSpPr/>
          <p:nvPr/>
        </p:nvSpPr>
        <p:spPr>
          <a:xfrm>
            <a:off x="5520335" y="4016222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연결선: 구부러짐 31">
            <a:extLst>
              <a:ext uri="{FF2B5EF4-FFF2-40B4-BE49-F238E27FC236}">
                <a16:creationId xmlns:a16="http://schemas.microsoft.com/office/drawing/2014/main" id="{70D5BE15-B3E6-41D5-2C72-DA65D2DB34C4}"/>
              </a:ext>
            </a:extLst>
          </p:cNvPr>
          <p:cNvCxnSpPr>
            <a:cxnSpLocks/>
            <a:stCxn id="14" idx="3"/>
            <a:endCxn id="33" idx="2"/>
          </p:cNvCxnSpPr>
          <p:nvPr/>
        </p:nvCxnSpPr>
        <p:spPr>
          <a:xfrm>
            <a:off x="4803138" y="4099354"/>
            <a:ext cx="724537" cy="587761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타원 32">
            <a:extLst>
              <a:ext uri="{FF2B5EF4-FFF2-40B4-BE49-F238E27FC236}">
                <a16:creationId xmlns:a16="http://schemas.microsoft.com/office/drawing/2014/main" id="{13B1E6AA-81B3-8C33-DE69-605AE5B2AF5A}"/>
              </a:ext>
            </a:extLst>
          </p:cNvPr>
          <p:cNvSpPr/>
          <p:nvPr/>
        </p:nvSpPr>
        <p:spPr>
          <a:xfrm>
            <a:off x="5527675" y="4664255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연결선: 구부러짐 34">
            <a:extLst>
              <a:ext uri="{FF2B5EF4-FFF2-40B4-BE49-F238E27FC236}">
                <a16:creationId xmlns:a16="http://schemas.microsoft.com/office/drawing/2014/main" id="{8FEF4869-FFDD-2DEA-A16B-F2D52200A037}"/>
              </a:ext>
            </a:extLst>
          </p:cNvPr>
          <p:cNvCxnSpPr>
            <a:cxnSpLocks/>
            <a:stCxn id="15" idx="3"/>
            <a:endCxn id="36" idx="2"/>
          </p:cNvCxnSpPr>
          <p:nvPr/>
        </p:nvCxnSpPr>
        <p:spPr>
          <a:xfrm>
            <a:off x="4803138" y="4378385"/>
            <a:ext cx="724537" cy="938402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타원 35">
            <a:extLst>
              <a:ext uri="{FF2B5EF4-FFF2-40B4-BE49-F238E27FC236}">
                <a16:creationId xmlns:a16="http://schemas.microsoft.com/office/drawing/2014/main" id="{152BB7A6-2410-1DB5-9512-A2F396540AE5}"/>
              </a:ext>
            </a:extLst>
          </p:cNvPr>
          <p:cNvSpPr/>
          <p:nvPr/>
        </p:nvSpPr>
        <p:spPr>
          <a:xfrm>
            <a:off x="5527675" y="5293927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8" name="연결선: 구부러짐 37">
            <a:extLst>
              <a:ext uri="{FF2B5EF4-FFF2-40B4-BE49-F238E27FC236}">
                <a16:creationId xmlns:a16="http://schemas.microsoft.com/office/drawing/2014/main" id="{FE6C8291-AD6E-D075-C2ED-603583DFC520}"/>
              </a:ext>
            </a:extLst>
          </p:cNvPr>
          <p:cNvCxnSpPr>
            <a:cxnSpLocks/>
            <a:stCxn id="17" idx="3"/>
            <a:endCxn id="42" idx="2"/>
          </p:cNvCxnSpPr>
          <p:nvPr/>
        </p:nvCxnSpPr>
        <p:spPr>
          <a:xfrm flipV="1">
            <a:off x="4803138" y="3811378"/>
            <a:ext cx="3266757" cy="846038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그림 43">
            <a:extLst>
              <a:ext uri="{FF2B5EF4-FFF2-40B4-BE49-F238E27FC236}">
                <a16:creationId xmlns:a16="http://schemas.microsoft.com/office/drawing/2014/main" id="{97E0288E-9FDB-F09A-80C2-3805B46A88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650"/>
          <a:stretch/>
        </p:blipFill>
        <p:spPr>
          <a:xfrm>
            <a:off x="8069580" y="1766410"/>
            <a:ext cx="3469956" cy="4220052"/>
          </a:xfrm>
          <a:prstGeom prst="rect">
            <a:avLst/>
          </a:prstGeom>
        </p:spPr>
      </p:pic>
      <p:sp>
        <p:nvSpPr>
          <p:cNvPr id="42" name="타원 41">
            <a:extLst>
              <a:ext uri="{FF2B5EF4-FFF2-40B4-BE49-F238E27FC236}">
                <a16:creationId xmlns:a16="http://schemas.microsoft.com/office/drawing/2014/main" id="{DFE4BCEB-5EA4-A2B7-6367-77419FC1856C}"/>
              </a:ext>
            </a:extLst>
          </p:cNvPr>
          <p:cNvSpPr/>
          <p:nvPr/>
        </p:nvSpPr>
        <p:spPr>
          <a:xfrm>
            <a:off x="8069895" y="3788518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01A4C64-B455-1D29-2648-344F95E46C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97" r="68600" b="36828"/>
          <a:stretch/>
        </p:blipFill>
        <p:spPr>
          <a:xfrm>
            <a:off x="5530850" y="1614010"/>
            <a:ext cx="1631950" cy="2665890"/>
          </a:xfrm>
          <a:prstGeom prst="rect">
            <a:avLst/>
          </a:prstGeom>
        </p:spPr>
      </p:pic>
      <p:sp>
        <p:nvSpPr>
          <p:cNvPr id="46" name="타원 45">
            <a:extLst>
              <a:ext uri="{FF2B5EF4-FFF2-40B4-BE49-F238E27FC236}">
                <a16:creationId xmlns:a16="http://schemas.microsoft.com/office/drawing/2014/main" id="{58CCCD24-BC04-DC37-9D5D-2784C5CAE3D3}"/>
              </a:ext>
            </a:extLst>
          </p:cNvPr>
          <p:cNvSpPr/>
          <p:nvPr/>
        </p:nvSpPr>
        <p:spPr>
          <a:xfrm>
            <a:off x="7135775" y="2087418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7216FAA1-66D7-8F50-5354-0BA580F61F91}"/>
              </a:ext>
            </a:extLst>
          </p:cNvPr>
          <p:cNvSpPr/>
          <p:nvPr/>
        </p:nvSpPr>
        <p:spPr>
          <a:xfrm>
            <a:off x="7135775" y="2734569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CD27FBDB-713F-FF65-8B8B-699CB8092D5E}"/>
              </a:ext>
            </a:extLst>
          </p:cNvPr>
          <p:cNvSpPr/>
          <p:nvPr/>
        </p:nvSpPr>
        <p:spPr>
          <a:xfrm>
            <a:off x="7135775" y="3373318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EC7E325-4DE2-754E-AEEA-570A8939486A}"/>
              </a:ext>
            </a:extLst>
          </p:cNvPr>
          <p:cNvSpPr/>
          <p:nvPr/>
        </p:nvSpPr>
        <p:spPr>
          <a:xfrm>
            <a:off x="7135775" y="4016222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98DB1950-EE6F-FBC1-6978-586431ED3CE0}"/>
              </a:ext>
            </a:extLst>
          </p:cNvPr>
          <p:cNvSpPr/>
          <p:nvPr/>
        </p:nvSpPr>
        <p:spPr>
          <a:xfrm>
            <a:off x="7143115" y="4664255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54ED86F4-10EF-BACF-27DC-0C04005CE4F4}"/>
              </a:ext>
            </a:extLst>
          </p:cNvPr>
          <p:cNvSpPr/>
          <p:nvPr/>
        </p:nvSpPr>
        <p:spPr>
          <a:xfrm>
            <a:off x="7143115" y="5293927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연결선: 구부러짐 51">
            <a:extLst>
              <a:ext uri="{FF2B5EF4-FFF2-40B4-BE49-F238E27FC236}">
                <a16:creationId xmlns:a16="http://schemas.microsoft.com/office/drawing/2014/main" id="{F2111562-EB08-55D5-09C6-6C3BA654C690}"/>
              </a:ext>
            </a:extLst>
          </p:cNvPr>
          <p:cNvCxnSpPr>
            <a:cxnSpLocks/>
            <a:stCxn id="46" idx="6"/>
            <a:endCxn id="42" idx="2"/>
          </p:cNvCxnSpPr>
          <p:nvPr/>
        </p:nvCxnSpPr>
        <p:spPr>
          <a:xfrm>
            <a:off x="7181494" y="2110278"/>
            <a:ext cx="888401" cy="1701100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구부러짐 54">
            <a:extLst>
              <a:ext uri="{FF2B5EF4-FFF2-40B4-BE49-F238E27FC236}">
                <a16:creationId xmlns:a16="http://schemas.microsoft.com/office/drawing/2014/main" id="{558753E0-D344-1E22-F2FA-1828BFC1968E}"/>
              </a:ext>
            </a:extLst>
          </p:cNvPr>
          <p:cNvCxnSpPr>
            <a:cxnSpLocks/>
            <a:stCxn id="47" idx="6"/>
            <a:endCxn id="42" idx="2"/>
          </p:cNvCxnSpPr>
          <p:nvPr/>
        </p:nvCxnSpPr>
        <p:spPr>
          <a:xfrm>
            <a:off x="7181494" y="2757429"/>
            <a:ext cx="888401" cy="1053949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구부러짐 57">
            <a:extLst>
              <a:ext uri="{FF2B5EF4-FFF2-40B4-BE49-F238E27FC236}">
                <a16:creationId xmlns:a16="http://schemas.microsoft.com/office/drawing/2014/main" id="{EE22BA6D-B1C9-AA53-6272-1998B6FF98DE}"/>
              </a:ext>
            </a:extLst>
          </p:cNvPr>
          <p:cNvCxnSpPr>
            <a:cxnSpLocks/>
            <a:stCxn id="48" idx="6"/>
            <a:endCxn id="42" idx="2"/>
          </p:cNvCxnSpPr>
          <p:nvPr/>
        </p:nvCxnSpPr>
        <p:spPr>
          <a:xfrm>
            <a:off x="7181494" y="3396178"/>
            <a:ext cx="888401" cy="415200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연결선: 구부러짐 61">
            <a:extLst>
              <a:ext uri="{FF2B5EF4-FFF2-40B4-BE49-F238E27FC236}">
                <a16:creationId xmlns:a16="http://schemas.microsoft.com/office/drawing/2014/main" id="{50DDBA3F-C0E4-ADBB-C01E-4FABF2D30046}"/>
              </a:ext>
            </a:extLst>
          </p:cNvPr>
          <p:cNvCxnSpPr>
            <a:cxnSpLocks/>
            <a:stCxn id="49" idx="6"/>
            <a:endCxn id="42" idx="2"/>
          </p:cNvCxnSpPr>
          <p:nvPr/>
        </p:nvCxnSpPr>
        <p:spPr>
          <a:xfrm flipV="1">
            <a:off x="7181494" y="3811378"/>
            <a:ext cx="888401" cy="227704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연결선: 구부러짐 64">
            <a:extLst>
              <a:ext uri="{FF2B5EF4-FFF2-40B4-BE49-F238E27FC236}">
                <a16:creationId xmlns:a16="http://schemas.microsoft.com/office/drawing/2014/main" id="{B597081D-84F8-CE59-149D-49B272515A3F}"/>
              </a:ext>
            </a:extLst>
          </p:cNvPr>
          <p:cNvCxnSpPr>
            <a:cxnSpLocks/>
            <a:stCxn id="50" idx="6"/>
            <a:endCxn id="42" idx="2"/>
          </p:cNvCxnSpPr>
          <p:nvPr/>
        </p:nvCxnSpPr>
        <p:spPr>
          <a:xfrm flipV="1">
            <a:off x="7188834" y="3811378"/>
            <a:ext cx="881061" cy="875737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연결선: 구부러짐 69">
            <a:extLst>
              <a:ext uri="{FF2B5EF4-FFF2-40B4-BE49-F238E27FC236}">
                <a16:creationId xmlns:a16="http://schemas.microsoft.com/office/drawing/2014/main" id="{F9EB33D9-2A33-A22F-4EC7-A1C4FC6F5227}"/>
              </a:ext>
            </a:extLst>
          </p:cNvPr>
          <p:cNvCxnSpPr>
            <a:cxnSpLocks/>
            <a:stCxn id="51" idx="6"/>
            <a:endCxn id="42" idx="2"/>
          </p:cNvCxnSpPr>
          <p:nvPr/>
        </p:nvCxnSpPr>
        <p:spPr>
          <a:xfrm flipV="1">
            <a:off x="7188834" y="3811378"/>
            <a:ext cx="881061" cy="1505409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" name="그림 72">
            <a:extLst>
              <a:ext uri="{FF2B5EF4-FFF2-40B4-BE49-F238E27FC236}">
                <a16:creationId xmlns:a16="http://schemas.microsoft.com/office/drawing/2014/main" id="{4091B1E2-2D82-B636-4EA7-868681A7A0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97" t="51492" r="68600"/>
          <a:stretch/>
        </p:blipFill>
        <p:spPr>
          <a:xfrm>
            <a:off x="5526684" y="4441825"/>
            <a:ext cx="1631950" cy="204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566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04DC801-43CF-863C-D9F8-8E51C027E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333" y="334091"/>
            <a:ext cx="3993288" cy="274777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20EE713-0F07-7493-9B0B-697463D9CB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33" r="4946"/>
          <a:stretch/>
        </p:blipFill>
        <p:spPr>
          <a:xfrm>
            <a:off x="1625600" y="3399180"/>
            <a:ext cx="1337734" cy="312472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D7D6C4D-6410-5057-44E7-93132334D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102" y="4456641"/>
            <a:ext cx="1428750" cy="581025"/>
          </a:xfrm>
          <a:prstGeom prst="rect">
            <a:avLst/>
          </a:prstGeom>
        </p:spPr>
      </p:pic>
      <p:cxnSp>
        <p:nvCxnSpPr>
          <p:cNvPr id="13" name="연결선: 구부러짐 12">
            <a:extLst>
              <a:ext uri="{FF2B5EF4-FFF2-40B4-BE49-F238E27FC236}">
                <a16:creationId xmlns:a16="http://schemas.microsoft.com/office/drawing/2014/main" id="{1BF1C415-D887-131A-6F59-AEEF8CFB17D5}"/>
              </a:ext>
            </a:extLst>
          </p:cNvPr>
          <p:cNvCxnSpPr>
            <a:cxnSpLocks/>
            <a:stCxn id="15" idx="6"/>
            <a:endCxn id="25" idx="2"/>
          </p:cNvCxnSpPr>
          <p:nvPr/>
        </p:nvCxnSpPr>
        <p:spPr>
          <a:xfrm>
            <a:off x="2958570" y="3697130"/>
            <a:ext cx="861537" cy="1092410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5ECC79C2-3FB8-4431-0DB8-A50C07FB74D9}"/>
              </a:ext>
            </a:extLst>
          </p:cNvPr>
          <p:cNvSpPr/>
          <p:nvPr/>
        </p:nvSpPr>
        <p:spPr>
          <a:xfrm>
            <a:off x="2912851" y="3674270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32A4FA1-DF15-E702-572F-CEF93908808D}"/>
              </a:ext>
            </a:extLst>
          </p:cNvPr>
          <p:cNvSpPr/>
          <p:nvPr/>
        </p:nvSpPr>
        <p:spPr>
          <a:xfrm>
            <a:off x="2912851" y="4176423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연결선: 구부러짐 21">
            <a:extLst>
              <a:ext uri="{FF2B5EF4-FFF2-40B4-BE49-F238E27FC236}">
                <a16:creationId xmlns:a16="http://schemas.microsoft.com/office/drawing/2014/main" id="{A91C71AE-FC94-4D18-9E13-3E702C01F115}"/>
              </a:ext>
            </a:extLst>
          </p:cNvPr>
          <p:cNvCxnSpPr>
            <a:cxnSpLocks/>
            <a:stCxn id="20" idx="6"/>
            <a:endCxn id="25" idx="2"/>
          </p:cNvCxnSpPr>
          <p:nvPr/>
        </p:nvCxnSpPr>
        <p:spPr>
          <a:xfrm>
            <a:off x="2958570" y="4199283"/>
            <a:ext cx="861537" cy="590257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타원 24">
            <a:extLst>
              <a:ext uri="{FF2B5EF4-FFF2-40B4-BE49-F238E27FC236}">
                <a16:creationId xmlns:a16="http://schemas.microsoft.com/office/drawing/2014/main" id="{EF4F5CB9-468C-3346-D85B-45492323BE14}"/>
              </a:ext>
            </a:extLst>
          </p:cNvPr>
          <p:cNvSpPr/>
          <p:nvPr/>
        </p:nvSpPr>
        <p:spPr>
          <a:xfrm>
            <a:off x="3820107" y="4766680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AB28B204-3EDE-31DA-EB75-52E57AB21066}"/>
              </a:ext>
            </a:extLst>
          </p:cNvPr>
          <p:cNvSpPr/>
          <p:nvPr/>
        </p:nvSpPr>
        <p:spPr>
          <a:xfrm>
            <a:off x="2912851" y="4688100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37031DB2-94C9-08F8-68B6-D0651DD58F38}"/>
              </a:ext>
            </a:extLst>
          </p:cNvPr>
          <p:cNvSpPr/>
          <p:nvPr/>
        </p:nvSpPr>
        <p:spPr>
          <a:xfrm>
            <a:off x="2912851" y="5200255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532F75B-4728-4E20-330E-AEFC488A753A}"/>
              </a:ext>
            </a:extLst>
          </p:cNvPr>
          <p:cNvSpPr/>
          <p:nvPr/>
        </p:nvSpPr>
        <p:spPr>
          <a:xfrm>
            <a:off x="2912851" y="5712410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F7EBA310-34A4-4C21-AFA1-5F0F4296BA3A}"/>
              </a:ext>
            </a:extLst>
          </p:cNvPr>
          <p:cNvSpPr/>
          <p:nvPr/>
        </p:nvSpPr>
        <p:spPr>
          <a:xfrm>
            <a:off x="2912851" y="6224565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연결선: 구부러짐 31">
            <a:extLst>
              <a:ext uri="{FF2B5EF4-FFF2-40B4-BE49-F238E27FC236}">
                <a16:creationId xmlns:a16="http://schemas.microsoft.com/office/drawing/2014/main" id="{8845E957-4CA0-A8C2-013C-49A08E42888D}"/>
              </a:ext>
            </a:extLst>
          </p:cNvPr>
          <p:cNvCxnSpPr>
            <a:cxnSpLocks/>
            <a:stCxn id="28" idx="6"/>
            <a:endCxn id="25" idx="2"/>
          </p:cNvCxnSpPr>
          <p:nvPr/>
        </p:nvCxnSpPr>
        <p:spPr>
          <a:xfrm>
            <a:off x="2958570" y="4710960"/>
            <a:ext cx="861537" cy="78580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구부러짐 37">
            <a:extLst>
              <a:ext uri="{FF2B5EF4-FFF2-40B4-BE49-F238E27FC236}">
                <a16:creationId xmlns:a16="http://schemas.microsoft.com/office/drawing/2014/main" id="{58E6E76C-13EE-CF3B-047A-52F3A5C3CE6A}"/>
              </a:ext>
            </a:extLst>
          </p:cNvPr>
          <p:cNvCxnSpPr>
            <a:cxnSpLocks/>
            <a:stCxn id="29" idx="6"/>
            <a:endCxn id="25" idx="2"/>
          </p:cNvCxnSpPr>
          <p:nvPr/>
        </p:nvCxnSpPr>
        <p:spPr>
          <a:xfrm flipV="1">
            <a:off x="2958570" y="4789540"/>
            <a:ext cx="861537" cy="433575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구부러짐 40">
            <a:extLst>
              <a:ext uri="{FF2B5EF4-FFF2-40B4-BE49-F238E27FC236}">
                <a16:creationId xmlns:a16="http://schemas.microsoft.com/office/drawing/2014/main" id="{17D8F0F0-A322-03C9-5DDB-A62BFE4550BD}"/>
              </a:ext>
            </a:extLst>
          </p:cNvPr>
          <p:cNvCxnSpPr>
            <a:cxnSpLocks/>
            <a:stCxn id="30" idx="6"/>
            <a:endCxn id="25" idx="2"/>
          </p:cNvCxnSpPr>
          <p:nvPr/>
        </p:nvCxnSpPr>
        <p:spPr>
          <a:xfrm flipV="1">
            <a:off x="2958570" y="4789540"/>
            <a:ext cx="861537" cy="945730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구부러짐 43">
            <a:extLst>
              <a:ext uri="{FF2B5EF4-FFF2-40B4-BE49-F238E27FC236}">
                <a16:creationId xmlns:a16="http://schemas.microsoft.com/office/drawing/2014/main" id="{64EB3EF6-0BC4-4881-412F-48ACE867BD27}"/>
              </a:ext>
            </a:extLst>
          </p:cNvPr>
          <p:cNvCxnSpPr>
            <a:cxnSpLocks/>
            <a:stCxn id="31" idx="6"/>
            <a:endCxn id="25" idx="2"/>
          </p:cNvCxnSpPr>
          <p:nvPr/>
        </p:nvCxnSpPr>
        <p:spPr>
          <a:xfrm flipV="1">
            <a:off x="2958570" y="4789540"/>
            <a:ext cx="861537" cy="1457885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타원 48">
            <a:extLst>
              <a:ext uri="{FF2B5EF4-FFF2-40B4-BE49-F238E27FC236}">
                <a16:creationId xmlns:a16="http://schemas.microsoft.com/office/drawing/2014/main" id="{1654BFEA-14E8-95AB-A8E8-9DED7AE59D86}"/>
              </a:ext>
            </a:extLst>
          </p:cNvPr>
          <p:cNvSpPr/>
          <p:nvPr/>
        </p:nvSpPr>
        <p:spPr>
          <a:xfrm>
            <a:off x="5203138" y="4759508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C129ADA-8CA5-6310-D18C-E8AE506CBE0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85" r="3028"/>
          <a:stretch/>
        </p:blipFill>
        <p:spPr>
          <a:xfrm>
            <a:off x="5810250" y="3778936"/>
            <a:ext cx="1905000" cy="2066925"/>
          </a:xfrm>
          <a:prstGeom prst="rect">
            <a:avLst/>
          </a:prstGeom>
        </p:spPr>
      </p:pic>
      <p:sp>
        <p:nvSpPr>
          <p:cNvPr id="50" name="타원 49">
            <a:extLst>
              <a:ext uri="{FF2B5EF4-FFF2-40B4-BE49-F238E27FC236}">
                <a16:creationId xmlns:a16="http://schemas.microsoft.com/office/drawing/2014/main" id="{6457D0C7-F075-5B46-CDDA-181353949D2A}"/>
              </a:ext>
            </a:extLst>
          </p:cNvPr>
          <p:cNvSpPr/>
          <p:nvPr/>
        </p:nvSpPr>
        <p:spPr>
          <a:xfrm>
            <a:off x="5799652" y="4789538"/>
            <a:ext cx="45719" cy="45719"/>
          </a:xfrm>
          <a:prstGeom prst="ellipse">
            <a:avLst/>
          </a:prstGeom>
          <a:solidFill>
            <a:srgbClr val="6465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연결선: 구부러짐 51">
            <a:extLst>
              <a:ext uri="{FF2B5EF4-FFF2-40B4-BE49-F238E27FC236}">
                <a16:creationId xmlns:a16="http://schemas.microsoft.com/office/drawing/2014/main" id="{76D54C40-9068-BB07-9210-82EA8B7A7E92}"/>
              </a:ext>
            </a:extLst>
          </p:cNvPr>
          <p:cNvCxnSpPr>
            <a:cxnSpLocks/>
            <a:stCxn id="49" idx="6"/>
            <a:endCxn id="50" idx="2"/>
          </p:cNvCxnSpPr>
          <p:nvPr/>
        </p:nvCxnSpPr>
        <p:spPr>
          <a:xfrm>
            <a:off x="5248857" y="4782368"/>
            <a:ext cx="550795" cy="30030"/>
          </a:xfrm>
          <a:prstGeom prst="curvedConnector3">
            <a:avLst>
              <a:gd name="adj1" fmla="val 50000"/>
            </a:avLst>
          </a:prstGeom>
          <a:ln w="9525">
            <a:solidFill>
              <a:srgbClr val="A9B5C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948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1294</TotalTime>
  <Words>113</Words>
  <Application>Microsoft Office PowerPoint</Application>
  <PresentationFormat>와이드스크린</PresentationFormat>
  <Paragraphs>18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준 최</dc:creator>
  <cp:lastModifiedBy>준 최</cp:lastModifiedBy>
  <cp:revision>2</cp:revision>
  <dcterms:created xsi:type="dcterms:W3CDTF">2026-01-31T16:06:13Z</dcterms:created>
  <dcterms:modified xsi:type="dcterms:W3CDTF">2026-02-01T13:41:11Z</dcterms:modified>
</cp:coreProperties>
</file>